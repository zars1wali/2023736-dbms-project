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Incident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System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0" y="3200400"/>
            <a:ext cx="1828800" cy="182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Umer Wali
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No: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2023736
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Said Nabi
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(PostgreSQL)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3657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CIMS?
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database-driven platform that enables organizations to track, manage, and resolve cybersecurity incidents efficiently.
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incident tracking from detection to resolution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 vulnerabilities and affected assets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access control for analysts and managers
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audit trail for remediation actions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7432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pgAdmin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Normalized Tables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097280"/>
            <a:ext cx="27432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192024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097280"/>
            <a:ext cx="27432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192024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React/Vite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Core Entities (Fully Normalized)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using CIMS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46304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9748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personnel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infrastructure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46304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9516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CVE-tracked flaws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154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events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06040" y="301752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06040" y="3154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Asset_Vulnerabilities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97480" y="3657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Asset-CVE mapping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01752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3154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Incident_Assets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657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assets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03720" y="3017520"/>
            <a:ext cx="20116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03720" y="3154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Remediation_Actions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3657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steps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2588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Management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from detection to resolution with severity levels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0" y="132588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25780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Tracking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57800" y="1600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servers, workstations, IoT devices, and network equipment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6032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Vulnerability Management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2834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tracking with CVSS scores and patch status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3317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256032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57800" y="2834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Junior, Senior, Lead, Manager roles with permissions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79476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703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Logging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4069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action tracking with audit trails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356616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0" y="3794760"/>
            <a:ext cx="137160" cy="1371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3703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57800" y="4069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incident statistics and analyst workload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43000" y="1719072"/>
            <a:ext cx="868680" cy="365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" y="2286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Detection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" y="26517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event identified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7400" y="1371600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574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834640" y="1719072"/>
            <a:ext cx="868680" cy="365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1783080" y="2286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Linking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83080" y="26517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systems mapped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49040" y="1371600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526280" y="1719072"/>
            <a:ext cx="868680" cy="365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2286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Assignment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6517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assigned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40680" y="1371600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4068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217920" y="1719072"/>
            <a:ext cx="868680" cy="3657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2286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66360" y="26517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logged &amp; tracked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0" y="1371600"/>
            <a:ext cx="731520" cy="73152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323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858000" y="2286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26517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closed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914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645920" y="1325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4592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React/Vite • Port 3000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26280" y="2148840"/>
            <a:ext cx="91440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2377440"/>
            <a:ext cx="6400800" cy="9144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2514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834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Node.js/Express • Port 5000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3337560"/>
            <a:ext cx="91440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3566160"/>
            <a:ext cx="6400800" cy="91440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4592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• Port 5432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through RESTful API endpoints with Vite proxy configuration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Frontend-Backend Communication Gap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480560" y="1097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Configured Vite proxy to route /api to port 5000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Authentication Middleware Blocking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Removed middleware for development phase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SQL Query-Schema Mismatch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2926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632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Aligned all queries with exact database column names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500 Internal Server Errors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38404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4632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Fixed req.user undefined errors and added error handling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System Demonstration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828800" y="274320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marL="342900" indent="-342900"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Database Structure (pgAdmin)
</a:t>
            </a:r>
            <a:endParaRPr lang="en-US" sz="1800" dirty="0"/>
          </a:p>
          <a:p>
            <a:pPr algn="ctr" marL="342900" indent="-342900"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Backend API Endpoints
</a:t>
            </a:r>
            <a:endParaRPr lang="en-US" sz="1800" dirty="0"/>
          </a:p>
          <a:p>
            <a:pPr algn="ctr" marL="342900" indent="-342900"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Frontend User Interface
</a:t>
            </a:r>
            <a:endParaRPr lang="en-US" sz="1800" dirty="0"/>
          </a:p>
          <a:p>
            <a:pPr algn="ctr" marL="342900" indent="-342900"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 CRUD Operations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3657600" y="2468880"/>
            <a:ext cx="1828800" cy="182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
</a:t>
            </a:r>
            <a:endParaRPr lang="en-US" sz="24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Umer Wali
</a:t>
            </a:r>
            <a:endParaRPr lang="en-US" sz="24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No: 2023736
</a:t>
            </a:r>
            <a:endParaRPr lang="en-US" sz="24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Mr. Said Nabi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Incident Management System (CIMS)</dc:title>
  <dc:subject>DBMS Semester Project</dc:subject>
  <dc:creator>Umer Wali</dc:creator>
  <cp:lastModifiedBy>Umer Wali</cp:lastModifiedBy>
  <cp:revision>1</cp:revision>
  <dcterms:created xsi:type="dcterms:W3CDTF">2026-05-04T19:20:28Z</dcterms:created>
  <dcterms:modified xsi:type="dcterms:W3CDTF">2026-05-04T19:20:28Z</dcterms:modified>
</cp:coreProperties>
</file>